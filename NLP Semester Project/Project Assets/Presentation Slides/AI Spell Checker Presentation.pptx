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5B67FF"/>
          </a:solidFill>
          <a:ln>
            <a:solidFill>
              <a:srgbClr val="5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_logo_for_an_ai_spell_checker_application_is_f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548640"/>
            <a:ext cx="1371600" cy="91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731520"/>
            <a:ext cx="5943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B67FF"/>
                </a:solidFill>
                <a:latin typeface="Times New Roman" panose="02020603050405020304"/>
              </a:defRPr>
            </a:pPr>
            <a:r>
              <a:t>AI SPELL CHECKER APP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7498079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37160" rtlCol="0" anchor="ctr"/>
          <a:lstStyle/>
          <a:p>
            <a:pPr algn="ctr">
              <a:defRPr sz="1800">
                <a:solidFill>
                  <a:srgbClr val="282828"/>
                </a:solidFill>
                <a:latin typeface="Times New Roman" panose="02020603050405020304"/>
              </a:defRPr>
            </a:pPr>
            <a:r>
              <a:t>Natural Language Processing Project</a:t>
            </a:r>
          </a:p>
          <a:p>
            <a:pPr>
              <a:defRPr sz="1800">
                <a:solidFill>
                  <a:srgbClr val="282828"/>
                </a:solidFill>
                <a:latin typeface="Times New Roman" panose="02020603050405020304"/>
              </a:defRPr>
            </a:pPr>
          </a:p>
          <a:p>
            <a:pPr>
              <a:defRPr sz="1800">
                <a:solidFill>
                  <a:srgbClr val="282828"/>
                </a:solidFill>
                <a:latin typeface="Times New Roman" panose="02020603050405020304"/>
              </a:defRPr>
            </a:pPr>
            <a:r>
              <a:t>Presented By:</a:t>
            </a:r>
          </a:p>
          <a:p>
            <a:pPr>
              <a:defRPr sz="1800">
                <a:solidFill>
                  <a:srgbClr val="282828"/>
                </a:solidFill>
                <a:latin typeface="Times New Roman" panose="02020603050405020304"/>
              </a:defRPr>
            </a:pPr>
            <a:r>
              <a:t>Qurat ul Ain</a:t>
            </a:r>
          </a:p>
          <a:p>
            <a:pPr>
              <a:defRPr sz="1800">
                <a:solidFill>
                  <a:srgbClr val="282828"/>
                </a:solidFill>
                <a:latin typeface="Times New Roman" panose="02020603050405020304"/>
              </a:defRPr>
            </a:pPr>
            <a:r>
              <a:t>Ikram Javed</a:t>
            </a:r>
          </a:p>
          <a:p>
            <a:pPr>
              <a:defRPr sz="1800">
                <a:solidFill>
                  <a:srgbClr val="282828"/>
                </a:solidFill>
                <a:latin typeface="Times New Roman" panose="02020603050405020304"/>
              </a:defRPr>
            </a:pPr>
            <a:r>
              <a:t>Sania Mariyam</a:t>
            </a:r>
          </a:p>
          <a:p>
            <a:pPr>
              <a:defRPr sz="1800">
                <a:solidFill>
                  <a:srgbClr val="282828"/>
                </a:solidFill>
                <a:latin typeface="Times New Roman" panose="02020603050405020304"/>
              </a:defRPr>
            </a:pPr>
          </a:p>
          <a:p>
            <a:pPr>
              <a:defRPr sz="1800">
                <a:solidFill>
                  <a:srgbClr val="282828"/>
                </a:solidFill>
                <a:latin typeface="Times New Roman" panose="02020603050405020304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878"/>
                </a:solidFill>
                <a:latin typeface="Times New Roman" panose="02020603050405020304"/>
              </a:defRPr>
            </a:pPr>
            <a:r>
              <a:t>AI Spell Checker App | NLP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8C52FF"/>
          </a:solidFill>
          <a:ln>
            <a:solidFill>
              <a:srgbClr val="8C5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_logo_for_an_ai_spell_checker_application_is_f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548640"/>
            <a:ext cx="1371600" cy="91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731520"/>
            <a:ext cx="5943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8C52FF"/>
                </a:solidFill>
                <a:latin typeface="Times New Roman" panose="02020603050405020304"/>
              </a:defRPr>
            </a:pPr>
            <a:r>
              <a:t>Project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7498079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37160" rtlCol="0" anchor="ctr"/>
          <a:lstStyle/>
          <a:p>
            <a:pPr algn="ctr">
              <a:defRPr sz="1800">
                <a:solidFill>
                  <a:srgbClr val="282828"/>
                </a:solidFill>
                <a:latin typeface="Times New Roman" panose="02020603050405020304"/>
              </a:defRPr>
            </a:pPr>
            <a:r>
              <a:t>An AI-powered mobile application for spell and grammar correction.</a:t>
            </a:r>
          </a:p>
          <a:p>
            <a:pPr>
              <a:defRPr sz="1800">
                <a:solidFill>
                  <a:srgbClr val="282828"/>
                </a:solidFill>
                <a:latin typeface="Times New Roman" panose="02020603050405020304"/>
              </a:defRPr>
            </a:pPr>
            <a:r>
              <a:rPr lang="en-US"/>
              <a:t>     </a:t>
            </a:r>
            <a:r>
              <a:t>Built using Flutter and Natural Language Processing.</a:t>
            </a:r>
          </a:p>
          <a:p>
            <a:pPr>
              <a:defRPr sz="1800">
                <a:solidFill>
                  <a:srgbClr val="282828"/>
                </a:solidFill>
                <a:latin typeface="Times New Roman" panose="02020603050405020304"/>
              </a:defRPr>
            </a:pPr>
            <a:r>
              <a:rPr lang="en-US"/>
              <a:t>     </a:t>
            </a:r>
            <a:r>
              <a:t>Provides intelligent suggestions instantly.</a:t>
            </a:r>
          </a:p>
          <a:p>
            <a:pPr>
              <a:defRPr sz="1800">
                <a:solidFill>
                  <a:srgbClr val="282828"/>
                </a:solidFill>
                <a:latin typeface="Times New Roman" panose="02020603050405020304"/>
              </a:defRPr>
            </a:pPr>
            <a:r>
              <a:rPr lang="en-US"/>
              <a:t>     </a:t>
            </a:r>
            <a:r>
              <a:t>Helps improve communication and writing quality.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878"/>
                </a:solidFill>
                <a:latin typeface="Times New Roman" panose="02020603050405020304"/>
              </a:defRPr>
            </a:pPr>
            <a:r>
              <a:t>AI Spell Checker App | NLP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_logo_for_an_ai_spell_checker_application_is_f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548640"/>
            <a:ext cx="1371600" cy="91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731520"/>
            <a:ext cx="5943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999"/>
                </a:solidFill>
                <a:latin typeface="Times New Roman" panose="02020603050405020304"/>
              </a:defRPr>
            </a:pPr>
            <a:r>
              <a:t>Introduction &amp; Problem Statement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7498079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37160" rtlCol="0" anchor="ctr"/>
          <a:lstStyle/>
          <a:p>
            <a:pPr algn="ctr">
              <a:defRPr sz="1800">
                <a:solidFill>
                  <a:srgbClr val="282828"/>
                </a:solidFill>
                <a:latin typeface="Times New Roman" panose="02020603050405020304"/>
              </a:defRPr>
            </a:pPr>
            <a:r>
              <a:t>.</a:t>
            </a:r>
          </a:p>
          <a:p>
            <a:pPr>
              <a:defRPr sz="1800">
                <a:solidFill>
                  <a:srgbClr val="282828"/>
                </a:solidFill>
                <a:latin typeface="Times New Roman" panose="02020603050405020304"/>
              </a:defRPr>
            </a:pPr>
            <a:r>
              <a:rPr>
                <a:sym typeface="+mn-ea"/>
              </a:rPr>
              <a:t>People make spelling and grammar mistakes daily</a:t>
            </a:r>
            <a:r>
              <a:rPr lang="en-US">
                <a:sym typeface="+mn-ea"/>
              </a:rPr>
              <a:t>                            </a:t>
            </a:r>
            <a:r>
              <a:t>Manual proofreading takes time and effort.</a:t>
            </a:r>
          </a:p>
          <a:p>
            <a:pPr>
              <a:defRPr sz="1800">
                <a:solidFill>
                  <a:srgbClr val="282828"/>
                </a:solidFill>
                <a:latin typeface="Times New Roman" panose="02020603050405020304"/>
              </a:defRPr>
            </a:pPr>
            <a:r>
              <a:t>Poor writing affects professionalism and communication.</a:t>
            </a:r>
          </a:p>
          <a:p>
            <a:pPr>
              <a:defRPr sz="1800">
                <a:solidFill>
                  <a:srgbClr val="282828"/>
                </a:solidFill>
                <a:latin typeface="Times New Roman" panose="02020603050405020304"/>
              </a:defRPr>
            </a:pPr>
            <a:r>
              <a:t>Our app solves this problem using AI and NLP.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878"/>
                </a:solidFill>
                <a:latin typeface="Times New Roman" panose="02020603050405020304"/>
              </a:defRPr>
            </a:pPr>
            <a:r>
              <a:t>AI Spell Checker App | NLP Project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_logo_for_an_ai_spell_checker_application_is_f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548640"/>
            <a:ext cx="1371600" cy="91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731520"/>
            <a:ext cx="5943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8C00"/>
                </a:solidFill>
                <a:latin typeface="Times New Roman" panose="02020603050405020304"/>
              </a:defRPr>
            </a:pPr>
            <a:r>
              <a:t>How the System Works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7498079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37160" rtlCol="0" anchor="ctr"/>
          <a:lstStyle/>
          <a:p>
            <a:pPr algn="ctr">
              <a:defRPr sz="1800">
                <a:solidFill>
                  <a:srgbClr val="282828"/>
                </a:solidFill>
                <a:latin typeface="Times New Roman" panose="02020603050405020304"/>
              </a:defRPr>
            </a:pPr>
          </a:p>
          <a:p>
            <a:pPr>
              <a:defRPr sz="1800">
                <a:solidFill>
                  <a:srgbClr val="282828"/>
                </a:solidFill>
                <a:latin typeface="Times New Roman" panose="02020603050405020304"/>
              </a:defRPr>
            </a:pPr>
            <a:r>
              <a:rPr>
                <a:sym typeface="+mn-ea"/>
              </a:rPr>
              <a:t>1. User enters or pastes text.</a:t>
            </a:r>
            <a:r>
              <a:rPr lang="en-US">
                <a:sym typeface="+mn-ea"/>
              </a:rPr>
              <a:t>                                                                         </a:t>
            </a:r>
            <a:r>
              <a:t>2. Text is sent to NLP API.</a:t>
            </a:r>
          </a:p>
          <a:p>
            <a:pPr>
              <a:defRPr sz="1800">
                <a:solidFill>
                  <a:srgbClr val="282828"/>
                </a:solidFill>
                <a:latin typeface="Times New Roman" panose="02020603050405020304"/>
              </a:defRPr>
            </a:pPr>
            <a:r>
              <a:t>3. AI analyzes grammar and spelling.</a:t>
            </a:r>
          </a:p>
          <a:p>
            <a:pPr>
              <a:defRPr sz="1800">
                <a:solidFill>
                  <a:srgbClr val="282828"/>
                </a:solidFill>
                <a:latin typeface="Times New Roman" panose="02020603050405020304"/>
              </a:defRPr>
            </a:pPr>
            <a:r>
              <a:t>4. Mistakes and suggestions are generated.</a:t>
            </a:r>
          </a:p>
          <a:p>
            <a:pPr>
              <a:defRPr sz="1800">
                <a:solidFill>
                  <a:srgbClr val="282828"/>
                </a:solidFill>
                <a:latin typeface="Times New Roman" panose="02020603050405020304"/>
              </a:defRPr>
            </a:pPr>
            <a:r>
              <a:t>5. Corrected text is displayed.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878"/>
                </a:solidFill>
                <a:latin typeface="Times New Roman" panose="02020603050405020304"/>
              </a:defRPr>
            </a:pPr>
            <a:r>
              <a:t>AI Spell Checker App | NLP Project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B4437"/>
          </a:solidFill>
          <a:ln>
            <a:solidFill>
              <a:srgbClr val="DB4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_logo_for_an_ai_spell_checker_application_is_f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548640"/>
            <a:ext cx="1371600" cy="91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731520"/>
            <a:ext cx="5943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B4437"/>
                </a:solidFill>
                <a:latin typeface="Times New Roman" panose="02020603050405020304"/>
              </a:defRPr>
            </a:pPr>
            <a:r>
              <a:t>Features &amp; Benefits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0835" y="1737360"/>
            <a:ext cx="7498079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37160" rtlCol="0" anchor="ctr"/>
          <a:lstStyle/>
          <a:p>
            <a:pPr>
              <a:defRPr sz="1800">
                <a:solidFill>
                  <a:srgbClr val="282828"/>
                </a:solidFill>
                <a:latin typeface="Times New Roman" panose="02020603050405020304"/>
              </a:defRPr>
            </a:pPr>
            <a:r>
              <a:rPr>
                <a:sym typeface="+mn-ea"/>
              </a:rPr>
              <a:t>• Real-time spell checking</a:t>
            </a:r>
            <a:endParaRPr>
              <a:sym typeface="+mn-ea"/>
            </a:endParaRPr>
          </a:p>
          <a:p>
            <a:pPr>
              <a:defRPr sz="1800">
                <a:solidFill>
                  <a:srgbClr val="282828"/>
                </a:solidFill>
                <a:latin typeface="Times New Roman" panose="02020603050405020304"/>
              </a:defRPr>
            </a:pPr>
            <a:r>
              <a:t>• Grammar correction</a:t>
            </a:r>
          </a:p>
          <a:p>
            <a:pPr>
              <a:defRPr sz="1800">
                <a:solidFill>
                  <a:srgbClr val="282828"/>
                </a:solidFill>
                <a:latin typeface="Times New Roman" panose="02020603050405020304"/>
              </a:defRPr>
            </a:pPr>
            <a:r>
              <a:t>• Smart AI suggestions</a:t>
            </a:r>
          </a:p>
          <a:p>
            <a:pPr>
              <a:defRPr sz="1800">
                <a:solidFill>
                  <a:srgbClr val="282828"/>
                </a:solidFill>
                <a:latin typeface="Times New Roman" panose="02020603050405020304"/>
              </a:defRPr>
            </a:pPr>
            <a:r>
              <a:t>• User-friendly interface</a:t>
            </a:r>
          </a:p>
          <a:p>
            <a:pPr>
              <a:defRPr sz="1800">
                <a:solidFill>
                  <a:srgbClr val="282828"/>
                </a:solidFill>
                <a:latin typeface="Times New Roman" panose="02020603050405020304"/>
              </a:defRPr>
            </a:pPr>
            <a:r>
              <a:t>• Improves writing quality</a:t>
            </a:r>
          </a:p>
          <a:p>
            <a:pPr>
              <a:defRPr sz="1800">
                <a:solidFill>
                  <a:srgbClr val="282828"/>
                </a:solidFill>
                <a:latin typeface="Times New Roman" panose="02020603050405020304"/>
              </a:defRPr>
            </a:pPr>
            <a:r>
              <a:t>• Saves time and effort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878"/>
                </a:solidFill>
                <a:latin typeface="Times New Roman" panose="02020603050405020304"/>
              </a:defRPr>
            </a:pPr>
            <a:r>
              <a:t>AI Spell Checker App | NLP Project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34A853"/>
          </a:solidFill>
          <a:ln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_logo_for_an_ai_spell_checker_application_is_f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548640"/>
            <a:ext cx="1371600" cy="91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731520"/>
            <a:ext cx="5943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4A853"/>
                </a:solidFill>
                <a:latin typeface="Times New Roman" panose="02020603050405020304"/>
              </a:defRPr>
            </a:pPr>
            <a:r>
              <a:t>Target Audience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7498079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37160" rtlCol="0" anchor="ctr"/>
          <a:lstStyle/>
          <a:p>
            <a:pPr>
              <a:defRPr sz="1800">
                <a:solidFill>
                  <a:srgbClr val="282828"/>
                </a:solidFill>
                <a:latin typeface="Times New Roman" panose="02020603050405020304"/>
              </a:defRPr>
            </a:pPr>
            <a:r>
              <a:rPr>
                <a:sym typeface="+mn-ea"/>
              </a:rPr>
              <a:t>🎓 </a:t>
            </a:r>
            <a:r>
              <a:rPr lang="en-US">
                <a:sym typeface="+mn-ea"/>
              </a:rPr>
              <a:t>         </a:t>
            </a:r>
            <a:r>
              <a:rPr>
                <a:sym typeface="+mn-ea"/>
              </a:rPr>
              <a:t>Students</a:t>
            </a:r>
            <a:endParaRPr>
              <a:sym typeface="+mn-ea"/>
            </a:endParaRPr>
          </a:p>
          <a:p>
            <a:pPr>
              <a:defRPr sz="1800">
                <a:solidFill>
                  <a:srgbClr val="282828"/>
                </a:solidFill>
                <a:latin typeface="Times New Roman" panose="02020603050405020304"/>
              </a:defRPr>
            </a:pPr>
            <a:r>
              <a:t>💼 </a:t>
            </a:r>
            <a:r>
              <a:rPr lang="en-US"/>
              <a:t>         </a:t>
            </a:r>
            <a:r>
              <a:t>Professionals</a:t>
            </a:r>
          </a:p>
          <a:p>
            <a:pPr>
              <a:defRPr sz="1800">
                <a:solidFill>
                  <a:srgbClr val="282828"/>
                </a:solidFill>
                <a:latin typeface="Times New Roman" panose="02020603050405020304"/>
              </a:defRPr>
            </a:pPr>
            <a:r>
              <a:t>✍️</a:t>
            </a:r>
            <a:r>
              <a:rPr lang="en-US"/>
              <a:t>     </a:t>
            </a:r>
            <a:r>
              <a:t> Writers &amp; Bloggers</a:t>
            </a:r>
          </a:p>
          <a:p>
            <a:pPr>
              <a:defRPr sz="1800">
                <a:solidFill>
                  <a:srgbClr val="282828"/>
                </a:solidFill>
                <a:latin typeface="Times New Roman" panose="02020603050405020304"/>
              </a:defRPr>
            </a:pPr>
            <a:r>
              <a:t>🧑‍🏫</a:t>
            </a:r>
            <a:r>
              <a:rPr lang="en-US"/>
              <a:t>     </a:t>
            </a:r>
            <a:r>
              <a:t> Educational Institutes</a:t>
            </a:r>
          </a:p>
          <a:p>
            <a:pPr>
              <a:defRPr sz="1800">
                <a:solidFill>
                  <a:srgbClr val="282828"/>
                </a:solidFill>
                <a:latin typeface="Times New Roman" panose="02020603050405020304"/>
              </a:defRPr>
            </a:pPr>
            <a:r>
              <a:t>📱</a:t>
            </a:r>
            <a:r>
              <a:rPr lang="en-US"/>
              <a:t>         </a:t>
            </a:r>
            <a:r>
              <a:t> General mobile users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878"/>
                </a:solidFill>
                <a:latin typeface="Times New Roman" panose="02020603050405020304"/>
              </a:defRPr>
            </a:pPr>
            <a:r>
              <a:t>AI Spell Checker App | NLP Project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646464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_logo_for_an_ai_spell_checker_application_is_f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548640"/>
            <a:ext cx="1371600" cy="91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731520"/>
            <a:ext cx="5943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646464"/>
                </a:solidFill>
                <a:latin typeface="Times New Roman" panose="02020603050405020304"/>
              </a:defRPr>
            </a:pPr>
            <a:r>
              <a:t>Conclusion &amp; Future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7498079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37160" rtlCol="0" anchor="ctr"/>
          <a:lstStyle/>
          <a:p>
            <a:pPr algn="ctr">
              <a:defRPr sz="1800">
                <a:solidFill>
                  <a:srgbClr val="282828"/>
                </a:solidFill>
                <a:latin typeface="Times New Roman" panose="02020603050405020304"/>
              </a:defRPr>
            </a:pPr>
            <a:r>
              <a:t>This project demonstrates the practical</a:t>
            </a:r>
          </a:p>
          <a:p>
            <a:pPr>
              <a:defRPr sz="1800">
                <a:solidFill>
                  <a:srgbClr val="282828"/>
                </a:solidFill>
                <a:latin typeface="Times New Roman" panose="02020603050405020304"/>
              </a:defRPr>
            </a:pPr>
            <a:r>
              <a:t>implementation of AI and NLP in mobile applications.</a:t>
            </a:r>
          </a:p>
          <a:p>
            <a:pPr>
              <a:defRPr sz="1800">
                <a:solidFill>
                  <a:srgbClr val="282828"/>
                </a:solidFill>
                <a:latin typeface="Times New Roman" panose="02020603050405020304"/>
              </a:defRPr>
            </a:pPr>
            <a:r>
              <a:t>Future improvements include multilingual support,</a:t>
            </a:r>
          </a:p>
          <a:p>
            <a:pPr>
              <a:defRPr sz="1800">
                <a:solidFill>
                  <a:srgbClr val="282828"/>
                </a:solidFill>
                <a:latin typeface="Times New Roman" panose="02020603050405020304"/>
              </a:defRPr>
            </a:pPr>
            <a:r>
              <a:t>voice input, offline checking, and AI rewriting.</a:t>
            </a:r>
          </a:p>
          <a:p>
            <a:pPr>
              <a:defRPr sz="1800">
                <a:solidFill>
                  <a:srgbClr val="282828"/>
                </a:solidFill>
                <a:latin typeface="Times New Roman" panose="02020603050405020304"/>
              </a:defRPr>
            </a:pPr>
          </a:p>
          <a:p>
            <a:pPr>
              <a:defRPr sz="1800">
                <a:solidFill>
                  <a:srgbClr val="282828"/>
                </a:solidFill>
                <a:latin typeface="Times New Roman" panose="02020603050405020304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878"/>
                </a:solidFill>
                <a:latin typeface="Times New Roman" panose="02020603050405020304"/>
              </a:defRPr>
            </a:pPr>
            <a:r>
              <a:t>AI Spell Checker App | NLP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1626</Words>
  <Application>WPS Presentation</Application>
  <PresentationFormat>On-screen Show (4:3)</PresentationFormat>
  <Paragraphs>72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Arial</vt:lpstr>
      <vt:lpstr>SimSun</vt:lpstr>
      <vt:lpstr>Wingdings</vt:lpstr>
      <vt:lpstr>Arial</vt:lpstr>
      <vt:lpstr>Times New Roman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QuratUlAin</cp:lastModifiedBy>
  <cp:revision>2</cp:revision>
  <dcterms:created xsi:type="dcterms:W3CDTF">2013-01-27T09:14:00Z</dcterms:created>
  <dcterms:modified xsi:type="dcterms:W3CDTF">2026-05-08T18:49:10Z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1033-12.1.0.25242</vt:lpwstr>
  </property>
  <property fmtid="{D5CDD505-2E9C-101B-9397-08002B2CF9AE}" pid="3" name="ICV">
    <vt:lpwstr>AEEB9AB1EAE843378A1B6B7485D6FD08_12</vt:lpwstr>
  </property>
</Properties>
</file>